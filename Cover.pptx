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4A851-E951-410D-9A38-F50A6676757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D9861-D625-4932-B10D-1A3868D65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5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8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25"/>
          <p:cNvCxnSpPr/>
          <p:nvPr/>
        </p:nvCxnSpPr>
        <p:spPr>
          <a:xfrm>
            <a:off x="520878" y="3287006"/>
            <a:ext cx="911199" cy="0"/>
          </a:xfrm>
          <a:prstGeom prst="straightConnector1">
            <a:avLst/>
          </a:prstGeom>
          <a:noFill/>
          <a:ln w="28575" cap="flat" cmpd="sng">
            <a:solidFill>
              <a:srgbClr val="D2492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 userDrawn="1"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6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9" y="6321112"/>
            <a:ext cx="3096846" cy="515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/>
          <p:nvPr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sz="24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8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 flipH="1">
            <a:off x="0" y="6460732"/>
            <a:ext cx="12192000" cy="39699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21314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070C0"/>
              </a:solidFill>
              <a:latin typeface="Aptos Narrow" panose="020B00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346841" y="133906"/>
            <a:ext cx="11466787" cy="82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000"/>
              <a:buFont typeface="Arial"/>
              <a:buNone/>
              <a:defRPr sz="3000">
                <a:solidFill>
                  <a:srgbClr val="21314D"/>
                </a:solidFill>
                <a:latin typeface="Aptos Narrow" panose="020B00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346841" y="1089401"/>
            <a:ext cx="11466787" cy="508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sz="2200">
                <a:latin typeface="Aptos Narrow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378" y="6350423"/>
            <a:ext cx="2987381" cy="49696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08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/>
          <p:nvPr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>
              <a:alpha val="93725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9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vietcodedi</a:t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com</a:t>
            </a:r>
            <a:endParaRPr/>
          </a:p>
        </p:txBody>
      </p:sp>
      <p:pic>
        <p:nvPicPr>
          <p:cNvPr id="57" name="Google Shape;5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93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0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0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67" name="Google Shape;6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9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79" name="Google Shape;7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56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2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87" name="Google Shape;8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3"/>
          <p:cNvSpPr txBox="1"/>
          <p:nvPr/>
        </p:nvSpPr>
        <p:spPr>
          <a:xfrm>
            <a:off x="838202" y="5746528"/>
            <a:ext cx="13016751" cy="7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 sz="44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>Headline Copy Goes Here</a:t>
            </a:r>
            <a:endParaRPr/>
          </a:p>
        </p:txBody>
      </p:sp>
      <p:sp>
        <p:nvSpPr>
          <p:cNvPr id="93" name="Google Shape;93;p3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557703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7924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body" idx="1"/>
          </p:nvPr>
        </p:nvSpPr>
        <p:spPr>
          <a:xfrm>
            <a:off x="7060253" y="3052261"/>
            <a:ext cx="486240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>
            <a:spLocks noGrp="1"/>
          </p:cNvSpPr>
          <p:nvPr>
            <p:ph type="pic" idx="2"/>
          </p:nvPr>
        </p:nvSpPr>
        <p:spPr>
          <a:xfrm>
            <a:off x="0" y="3"/>
            <a:ext cx="6890995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34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072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5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5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108" name="Google Shape;10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6"/>
          <p:cNvSpPr txBox="1"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>
            <a:spLocks noGrp="1"/>
          </p:cNvSpPr>
          <p:nvPr>
            <p:ph type="pic" idx="2"/>
          </p:nvPr>
        </p:nvSpPr>
        <p:spPr>
          <a:xfrm>
            <a:off x="5183189" y="2"/>
            <a:ext cx="7008812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6"/>
          <p:cNvSpPr txBox="1">
            <a:spLocks noGrp="1"/>
          </p:cNvSpPr>
          <p:nvPr>
            <p:ph type="body" idx="1"/>
          </p:nvPr>
        </p:nvSpPr>
        <p:spPr>
          <a:xfrm>
            <a:off x="450058" y="207248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12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7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7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126" name="Google Shape;12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647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8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8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135" name="Google Shape;13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73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552941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8"/>
          <p:cNvSpPr txBox="1"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15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1051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CSE441</a:t>
            </a:r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Phát triển ứng dụng cho thiết bị di động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dungkt@tlu.edu.vn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Google Shape;328;p22">
            <a:extLst>
              <a:ext uri="{FF2B5EF4-FFF2-40B4-BE49-F238E27FC236}">
                <a16:creationId xmlns:a16="http://schemas.microsoft.com/office/drawing/2014/main" id="{C3F62ED3-5DD4-D133-B737-5A7F34317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4416" y="2650191"/>
            <a:ext cx="1693017" cy="24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4C8C5F-AFE0-6FF5-62A1-799B060F92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377"/>
          <a:stretch/>
        </p:blipFill>
        <p:spPr>
          <a:xfrm>
            <a:off x="5407451" y="478699"/>
            <a:ext cx="1377099" cy="13775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Bài </a:t>
            </a:r>
            <a:r>
              <a:rPr lang="en-US" sz="3600">
                <a:latin typeface="Roboto Condensed" panose="02000000000000000000" pitchFamily="2" charset="0"/>
                <a:ea typeface="Roboto Condensed" panose="02000000000000000000" pitchFamily="2" charset="0"/>
              </a:rPr>
              <a:t>1. </a:t>
            </a: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Kiến thức chung và môi trường phát triển</a:t>
            </a:r>
            <a:endParaRPr sz="360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7738A0-7AE4-C6CA-109F-DFE80170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4" y="813481"/>
            <a:ext cx="5170713" cy="2615519"/>
          </a:xfrm>
          <a:prstGeom prst="roundRect">
            <a:avLst>
              <a:gd name="adj" fmla="val 7095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Narrow</vt:lpstr>
      <vt:lpstr>Arial</vt:lpstr>
      <vt:lpstr>Calibri</vt:lpstr>
      <vt:lpstr>Noto Sans Symbols</vt:lpstr>
      <vt:lpstr>Roboto Condensed</vt:lpstr>
      <vt:lpstr>1_Office Theme</vt:lpstr>
      <vt:lpstr>CSE441 – Phát triển ứng dụng cho thiết bị di động</vt:lpstr>
      <vt:lpstr>Bài 1. Kiến thức chung và môi trường phát triển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Kieu Tuan Dung</dc:creator>
  <cp:lastModifiedBy>Kieu Tuan Dung</cp:lastModifiedBy>
  <cp:revision>1</cp:revision>
  <dcterms:created xsi:type="dcterms:W3CDTF">2026-05-14T01:24:57Z</dcterms:created>
  <dcterms:modified xsi:type="dcterms:W3CDTF">2026-05-14T01:25:19Z</dcterms:modified>
</cp:coreProperties>
</file>