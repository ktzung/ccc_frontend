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5.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Functions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Sếp giao: Gửi email cảm ơn cho 500 khách hàng. Mỗi email khác nhau.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 bắt đầu gõ từng dòng. Sau email thứ 47: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— "Mình đang là robot. Robot thì để máy tính làm."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function sendThankYou(name, product) { ... }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customers.forEach(c =&gt; sendThankYou(c.name, c.product));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Sếp: "Xong rồi à? Nhanh thế?"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Minh: "Function, sếp ạ. Viết 1 lần, chạy triệu lần." 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DRY principle và tại sao cần functions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Viết 3 loại function: Declaration, Expression, Arrow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default params, rest params, destructuring params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return values và scope (block, function, global)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Áp dụng closures trong thực tế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Viết utility functions cho Todo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3 cách khai báo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Parameters nâng 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Return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Scope &amp; Closures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Functions trong thực tế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Quiz + Tổng kết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3 cách khai báo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Declaration, Expression, Arrow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Function = Cỗ máy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🏭 Declaration = Nhà máy xây sẵn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function greet() {} — Có thể gọi trước khi khai báo (hoisting)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 Expression = Mô hình gán vào hộp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const greet = function() {} — Phải khai báo trước khi dùng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➡️ Arrow = Máy mini gọn nhẹ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const greet = () =&gt; {} — Shorthand, dùng cho callbacks &amp; 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Arrow Function — Cú pháp hiện đại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Dạng đầy đủ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greet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`Hi ${name}`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1 parameter → bỏ ()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greet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`Hi ${name}`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1 dòng return → bỏ {} + return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double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Return object → bọc ()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makeUser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⚠️ Không có (): JS nhầm {} là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❌ LỖI PHỔ BIẾN + CÁCH SỬA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Lỗi thường gặp với functions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Lỗi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Nguyên nhân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Cách sửa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Arrow function trả undefined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Thiếu return hoặc {}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() =&gt; expression hoặc () =&gt; { return x; 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Cannot read property of undefined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this trong arrow 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regular function cho class methods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Unexpected token {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Arrow return object không bọc 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(n) =&gt; ({name: n})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Parameters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Default, Rest, Destructuring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Default + Rest + Destructuring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Default parameters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createUser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role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"user"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role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Rest parameters — nhận nhiều args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sum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numbers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numbers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sum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4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15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Destructuring (React style!)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renderUser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email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"N/A"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`${name} (${age}) — ${email}`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renderUser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21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Scope &amp;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Ai nhìn thấy biến nào?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Scope — Tầm nhìn của biến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Global scope — khắp nơi đều thấy: const APP_NAME = '...'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Function scope — chỉ trong function: const local = '...'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Block scope — chỉ trong {}: let/const trong if, for...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⚠️ var không có block scope → rò rỉ ra ngoài → NGUY HIỂM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Closure — Function nhớ môi trường của mình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createCounter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init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let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init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Biến "cha"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D4D4D4"/>
                </a:solidFill>
                <a:latin typeface="Consolas"/>
              </a:rPr>
              <a:t>increment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D4D4D4"/>
                </a:solidFill>
                <a:latin typeface="Consolas"/>
              </a:rPr>
              <a:t>decrement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D4D4D4"/>
                </a:solidFill>
                <a:latin typeface="Consolas"/>
              </a:rPr>
              <a:t>getValue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count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cart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createCounter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cart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increment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1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cart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increment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2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cart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getValue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</a:t>
            </a:r>
            <a:r>
              <a:rPr sz="1300">
                <a:solidFill>
                  <a:srgbClr val="6A9955"/>
                </a:solidFill>
                <a:latin typeface="Consolas"/>
              </a:rPr>
              <a:t>// 2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useState trong React là closure!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setCount(prev =&gt; prev + 1) ← prev nhớ giá trị cũ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Functions trong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Todo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Utility + Business Logic + Render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UTILITY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formatPrice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toLocaleString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"vi-VN"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"đ"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BUSINESS LOGIC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calcCartTotal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items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items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qty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RENDER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renderCard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stock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`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div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class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CE9178"/>
                </a:solidFill>
                <a:latin typeface="Consolas"/>
              </a:rPr>
              <a:t>"card ${stock ? "</a:t>
            </a:r>
            <a:r>
              <a:rPr sz="1300">
                <a:solidFill>
                  <a:srgbClr val="CE9178"/>
                </a:solidFill>
                <a:latin typeface="Consolas"/>
              </a:rPr>
              <a:t>" : "</a:t>
            </a:r>
            <a:r>
              <a:rPr sz="1300">
                <a:solidFill>
                  <a:srgbClr val="D4D4D4"/>
                </a:solidFill>
                <a:latin typeface="Consolas"/>
              </a:rPr>
              <a:t>sold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out</a:t>
            </a:r>
            <a:r>
              <a:rPr sz="1300">
                <a:solidFill>
                  <a:srgbClr val="CE9178"/>
                </a:solidFill>
                <a:latin typeface="Consolas"/>
              </a:rPr>
              <a:t>"}"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h3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7BA7D"/>
                </a:solidFill>
                <a:latin typeface="Consolas"/>
              </a:rPr>
              <a:t>${name}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/</a:t>
            </a:r>
            <a:r>
              <a:rPr sz="1300">
                <a:solidFill>
                  <a:srgbClr val="D4D4D4"/>
                </a:solidFill>
                <a:latin typeface="Consolas"/>
              </a:rPr>
              <a:t>h3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7BA7D"/>
                </a:solidFill>
                <a:latin typeface="Consolas"/>
              </a:rPr>
              <a:t>${formatPrice(price)}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/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&lt;</a:t>
            </a:r>
            <a:r>
              <a:rPr sz="1300">
                <a:solidFill>
                  <a:srgbClr val="D4D4D4"/>
                </a:solidFill>
                <a:latin typeface="Consolas"/>
              </a:rPr>
              <a:t>/</a:t>
            </a:r>
            <a:r>
              <a:rPr sz="1300">
                <a:solidFill>
                  <a:srgbClr val="D4D4D4"/>
                </a:solidFill>
                <a:latin typeface="Consolas"/>
              </a:rPr>
              <a:t>div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html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active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renderCard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join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Arrow function có hoisting không?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Có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Không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Tùy version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Chỉ trong strict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...args trong function là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Spread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Rest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Destructuring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Default params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Closure là gì?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Function đóng gói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Function nhớ biến của scope cha ngay cả sau khi scope cha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Function không có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Function chạy 1 lần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DRY — Don't Repeat Yourself: viết 1 lần, gọi triệu lần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3 cách: Declaration (hoisting), Expression, Arrow (gọn nhất)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Arrow: dùng cho callbacks, array methods, React hooks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Default, Rest (...args), Destructuring ({name, age})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Scope: block (let/const) &gt; function &gt; global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D9488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6. Closure = function nhớ biến scope cha → dùng trong React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Đơn vị code reusable, nhận input → trả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Arrow 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Cú pháp gọn: (params) =&gt; expression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Don't Repeat Yourself — nguyên tắc tránh code trùng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Ô trống trong định nghĩa 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Argument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Giá trị thực khi gọi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Closure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Function nhớ môi trường scope cha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Tầm nhìn/visibility của biến trong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Arrow vs Regular function khác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Arrow không có this, arguments, không dùng làm constructor. Dùng arrow cho callbacks, regular cho class methods.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Return không ghi thì sao?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Function trả về undefined. Luôn return nếu cần giá trị.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Closure dùng ở đâu thực tế?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React hooks (useState), event handlers, factory functions, module pattern.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Arrays &amp; Objects
"10.000 sản phẩm? 1 biến, 3 dòng code. Xong."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05 —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