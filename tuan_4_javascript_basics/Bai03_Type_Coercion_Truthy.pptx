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3.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Type Coercion &amp; Truthy/Falsy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 viết form validation: kiểm tra tuổi người dùng.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const age = document.querySelector("#age").value;  // "21"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if (age &gt; 18) { console.log("Đủ tuổi!"); }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→ Nhập "21" → "Đủ tuổi!" ✅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→ Nhập "9abc" → Cũng ra "Đủ tuổi!" 😱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Bài học: Luôn validate kiểu dữ liệu TRƯỚC khi so sánh.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type coercion và tại sao JS tự chuyển kiểu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Phân biệt == vs === và biết dùng đúng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Nhớ 6 giá trị Falsy trong JavaScript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typeof, Number(), String(), Boolean() đúng cách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Áp dụng Optional chaining ?. và Nullish coalescing ??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Viết form validation an toàn trước type coercion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Type Coercion — JS tự chuyển kiểu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Chuyển kiểu tường minh — Number, String, Boolean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Truthy &amp; Falsy — 6 giá trị 'giả'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typeof + isNaN + Kiểm tra kiểu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Optional chaining ?. + Nullish coalescing ??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Thực hành + Quiz + Tổng kết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Type Coercion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JavaScript tự chuyển kiểu — Im lặng, không báo lỗi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Tại sao JS tự chuyển kiểu?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JavaScript = Dynamically typed + Weakly typed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Dynamically = không cần khai báo kiểu trước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Weakly = tự chuyển kiểu khi cần, không báo lỗi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Python: "5" + 3 → TypeError (strongly typed)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JS: "5" + 3 → "53" (tự chuyển, im lặng!)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Type Coercion = Phiên dịch viên tự 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🗣️ Bạn nói tiếng Việt, đối phương nói tiếng 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 tự phiên dịch — đôi khi sai nghĩa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"5" + 3 → "53"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 thấy string + number → ưu tiên string → nối thay vì cộng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"5" - 3 →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- không có nghĩa với string → JS convert sang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Kết quả im lặng, không báo lỗi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→ Bugs khó phát hiện!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Các tình huống nguy hiểm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CỘNG (+) — ưu tiên string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"5"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"53"  ← concatenation!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"5"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// "5true"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"3"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"33"  ← 1+2=3, "3"+"3"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TRỪ/NHÂN/CHIA — ép sang number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"5"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2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"abc"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     </a:t>
            </a:r>
            <a:r>
              <a:rPr sz="1300">
                <a:solidFill>
                  <a:srgbClr val="6A9955"/>
                </a:solidFill>
                <a:latin typeface="Consolas"/>
              </a:rPr>
              <a:t>// NaN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      </a:t>
            </a:r>
            <a:r>
              <a:rPr sz="1300">
                <a:solidFill>
                  <a:srgbClr val="6A9955"/>
                </a:solidFill>
                <a:latin typeface="Consolas"/>
              </a:rPr>
              <a:t>// 2  (true=1)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null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      </a:t>
            </a:r>
            <a:r>
              <a:rPr sz="1300">
                <a:solidFill>
                  <a:srgbClr val="6A9955"/>
                </a:solidFill>
                <a:latin typeface="Consolas"/>
              </a:rPr>
              <a:t>// 5  (null=0)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undefined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6A9955"/>
                </a:solidFill>
                <a:latin typeface="Consolas"/>
              </a:rPr>
              <a:t>// NaN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✅ AN TOÀN — convert tường minh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Number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input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if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isNaN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alert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"Phải nhập số!"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❌ LỖI PHỔ BIẾN + CÁCH SỬA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Bẫy type coercion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Lỗi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Nguyên nhân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Cách sửa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"5" + 3 = "53"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+ ưu tiên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Number("5") + 3 =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"abc" - 1 = 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String không convert được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isNaN() để kiểm tra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+ true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= 1, false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Boolean, không tính toán 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 + 5 =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 = 0 trong toán học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Kiểm tra null trước khi tính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Chuyển kiểu tường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Number(), String(), Boolean()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📊 BẢNG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Bảng chuyển kiểu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Number()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String()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Boolean()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"42"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"42"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"42abc"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"42abc"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"true"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"false"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"null"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"undefined"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[]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← 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Truthy &amp; Falsy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6 giá trị 'giả' trong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6 giá trị FALSY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false — Boolean false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0 — Số zero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0n — BigInt zero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"" — Empty string (rỗng)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null — Chủ ý không có giá trị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undefined — Chưa gán giá trị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NaN — Not a Number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TẤT CẢ còn lại = TRUTHY (kể cả [] và {}!)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Ứng dụng Truthy/Falsy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Guard clause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if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!</a:t>
            </a:r>
            <a:r>
              <a:rPr sz="1300">
                <a:solidFill>
                  <a:srgbClr val="D4D4D4"/>
                </a:solidFill>
                <a:latin typeface="Consolas"/>
              </a:rPr>
              <a:t>user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"Chưa đăng nhập"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Default value với ||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user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|</a:t>
            </a:r>
            <a:r>
              <a:rPr sz="1300">
                <a:solidFill>
                  <a:srgbClr val="D4D4D4"/>
                </a:solidFill>
                <a:latin typeface="Consolas"/>
              </a:rPr>
              <a:t>|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"Khách"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⚠️ Nullish coalescing ?? (chỉ null/undefined)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data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length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data.length = 0: || → fallback (sai!)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                ?? → giữ 0 (đúng!)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Optional chaining ?.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user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Không lỗi nếu address là 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typeof + Kiểm tra kiểu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Biến này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typeof và các cách kiểm tra đúng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typeof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"hello"</a:t>
            </a:r>
            <a:r>
              <a:rPr sz="1300">
                <a:solidFill>
                  <a:srgbClr val="D4D4D4"/>
                </a:solidFill>
                <a:latin typeface="Consolas"/>
              </a:rPr>
              <a:t>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"string"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typeof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42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"number"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typeof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null</a:t>
            </a:r>
            <a:r>
              <a:rPr sz="1300">
                <a:solidFill>
                  <a:srgbClr val="D4D4D4"/>
                </a:solidFill>
                <a:latin typeface="Consolas"/>
              </a:rPr>
              <a:t>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"object" ← Bug 30 năm!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typeof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"object" ← Array = object!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Cách kiểm tra ĐÚNG: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Array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isArray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x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null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 ← check null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typeof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x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"string"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// check string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Number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isNaN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NaN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 ← chuẩn nhất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[] là truthy hay falsy?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A. Truthy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Falsy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Tùy nội 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Lỗi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typeof null trả về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'null'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'undefined'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C. 'object'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'boolean'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Khác biệt giữa ?? và || là gì?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Không khác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?? chỉ fallback khi null/undefined, || fallback khi falsy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|| chỉ fallback khi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?? nhanh hơn ||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Type coercion: JS tự chuyển kiểu — im lặng, không báo lỗi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+ ưu tiên string; -, *, / ép number. Luôn convert tường minh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6 Falsy: false, 0, 0n, '', null, undefined, NaN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[], {} là TRUTHY — kiểm tra mảng rỗng bằng .length === 0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typeof null = 'object' — bug lịch sử, dùng x === null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EA580C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6. ?. optional chaining + ?? nullish coalescing = an toàn null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Type coercion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 tự động chuyển kiểu giữa string/number/boolean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Truthy/Falsy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Giá trị được coerce thành true/false trong điều kiện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Optional chaining (?.)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Truy cập property an toàn, trả undefined nếu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Nullish coalescing (??)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Fallback chỉ khi null hoặc undefined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typeof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Operator kiểm tra kiểu dữ liệu (có bug với 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isNaN()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Kiểm tra giá trị có phải NaN không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NaN === NaN có bằng nhau không?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Không! NaN là giá trị DUY NHẤT không bằng chính nó. Dùng Number.isNaN() để kiểm 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[] == false tại sao bằng true?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[] → '' → 0, false → 0. Nhưng [] là truthy trong if! Dùng === để tránh nhầm.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Khi nào dùng ?? vs ||?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Khi 0, '', false là giá trị HỢP LỆ → dùng ?? (chỉ fallback null/undefined). Mặc định → dùng ||.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Control Structures
"Không có if/else và loop, app không thể ra quyết định."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03 — Type Coercion &amp; Truthy/Falsy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